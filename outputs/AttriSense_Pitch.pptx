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'Most retention dashboards stop at *who is leaving*. AttriSense answers four harder questions — why, what-if, is it fair, and what if the LLM is down. Twelve minutes, three demos.' Pause for two seconds before clicking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pain points, three columns. Land hard on the first one — 'every dashboard I evaluated showed me a number with zero explanation.' Then say AttriSense fixes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elevator slide. Read all four left-side questions out loud, pause two seconds, then say 'every one of these has a working implementation in the repo'. Each row is an interactive demo I can open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data path: CSV → SQLite → 4 features → three parallel models → SHAP → Streamlit. Stress that each layer has one job and one entry point. If asked 'what does the production package give you?' point at the Application Layer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*aha* slide. Read each contribution out loud and tap the matching bar in the dashboard if it's open. End with: 'and these five numbers always sum to the final score — that's SHAP's only guarantee, and it's the one that matters'.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EEOC's bright line since 1978. Show the dashboard banner — green if the ratio holds, red if it doesn't. Mention 'we don't auto-mitigate — mitigation is a human decision; the audit surfaces it'.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resilience pitch. Live demo: pull network cable, query the assistant, point at the green 'provider: hashing' tag in the results. End with 'graceful degradation isn't a nice-to-have for an HR tool — pause means the team falls back to gut feel'.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each card. Pick two — Tests and Ethics — and explain why those matter for *this* problem space. Anyone can show a dashboard; showing a tested, audited, documented dashboard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signals senior thinking. Most candidates stop at 'we removed protected attributes from features'. Make it clear that *identification* is itself a bias vector, and that the proposed review_id mapping is a real production pattern, not academic.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roadmap is concrete and prioritised, not a wishlist. If pressed for time pick the top two and skip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a typical interview gap. Senior candidates name what they *won't* build. Lean into 'restraint is a feature' — quote that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three-line tagline. Pause. Then say 'questions?' and stop talking. The first interviewer to break the silence is signaling what they care about — the rest of the conversation should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5600" b="1" i="0">
                <a:solidFill>
                  <a:srgbClr val="111827"/>
                </a:solidFill>
              </a:rPr>
              <a:t>AttriSense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200" b="0" i="1">
                <a:solidFill>
                  <a:srgbClr val="64748B"/>
                </a:solidFill>
              </a:rPr>
              <a:t>Explainable, fair, and resilient workforce retention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 i="0">
                <a:solidFill>
                  <a:srgbClr val="364FC7"/>
                </a:solidFill>
              </a:rPr>
              <a:t>Streamlit  ·  scikit-learn  ·  SHAP  ·  LangChain  ·  EconML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 i="0">
                <a:solidFill>
                  <a:srgbClr val="64748B"/>
                </a:solidFill>
              </a:rPr>
              <a:t>Project pitch — 12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600" b="1" i="0">
                <a:solidFill>
                  <a:srgbClr val="111827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1">
                <a:solidFill>
                  <a:srgbClr val="64748B"/>
                </a:solidFill>
              </a:rPr>
              <a:t>HR teams act on retention scores they can't explain, audit, or contest.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657600" cy="36576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Black-box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Risk = 0.83 — but why?</a:t>
            </a:r>
          </a:p>
          <a:p>
            <a:r>
              <a:rPr sz="1400">
                <a:solidFill>
                  <a:srgbClr val="111827"/>
                </a:solidFill>
              </a:rPr>
              <a:t>• No driver decomposition.</a:t>
            </a:r>
          </a:p>
          <a:p>
            <a:r>
              <a:rPr sz="1400">
                <a:solidFill>
                  <a:srgbClr val="111827"/>
                </a:solidFill>
              </a:rPr>
              <a:t>• Reviewer can't contest.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377440"/>
            <a:ext cx="3657600" cy="3657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No fairness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Group-level disparity ignored.</a:t>
            </a:r>
          </a:p>
          <a:p>
            <a:r>
              <a:rPr sz="1400">
                <a:solidFill>
                  <a:srgbClr val="111827"/>
                </a:solidFill>
              </a:rPr>
              <a:t>• Four-fifths rule not enforced.</a:t>
            </a:r>
          </a:p>
          <a:p>
            <a:r>
              <a:rPr sz="1400">
                <a:solidFill>
                  <a:srgbClr val="111827"/>
                </a:solidFill>
              </a:rPr>
              <a:t>• EEOC LL144 readiness —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377440"/>
            <a:ext cx="3657600" cy="36576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Brittle AI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OpenAI down → app crash.</a:t>
            </a:r>
          </a:p>
          <a:p>
            <a:r>
              <a:rPr sz="1400">
                <a:solidFill>
                  <a:srgbClr val="111827"/>
                </a:solidFill>
              </a:rPr>
              <a:t>• No fallback ranker.</a:t>
            </a:r>
          </a:p>
          <a:p>
            <a:r>
              <a:rPr sz="1400">
                <a:solidFill>
                  <a:srgbClr val="111827"/>
                </a:solidFill>
              </a:rPr>
              <a:t>• No reachability probe.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600" b="1" i="0">
                <a:solidFill>
                  <a:srgbClr val="111827"/>
                </a:solidFill>
              </a:rPr>
              <a:t>What AttriSense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1">
                <a:solidFill>
                  <a:srgbClr val="64748B"/>
                </a:solidFill>
              </a:rPr>
              <a:t>A production-grade retention dashboard that explains, audits, and degrades gracefully.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097280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Why is this person at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37744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 i="0">
                <a:solidFill>
                  <a:srgbClr val="64748B"/>
                </a:solidFill>
              </a:rPr>
              <a:t>SHAP per-employee waterfall + driver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0972800" cy="9144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What if we change something?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429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 i="0">
                <a:solidFill>
                  <a:srgbClr val="64748B"/>
                </a:solidFill>
              </a:rPr>
              <a:t>What-if sliders + EconML T-Learner uplift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10972800" cy="914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055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Is the model fair?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480559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 i="0">
                <a:solidFill>
                  <a:srgbClr val="64748B"/>
                </a:solidFill>
              </a:rPr>
              <a:t>EEOC four-fifths audit on every dashboard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79"/>
            <a:ext cx="10972800" cy="9144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3211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What if the LLM is down?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532119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 i="0">
                <a:solidFill>
                  <a:srgbClr val="64748B"/>
                </a:solidFill>
              </a:rPr>
              <a:t>TF-IDF + hashing fallbacks for AI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 i="0">
                <a:solidFill>
                  <a:srgbClr val="111827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1">
                <a:solidFill>
                  <a:srgbClr val="64748B"/>
                </a:solidFill>
              </a:rPr>
              <a:t>Six layers; replace any one without touching the rest.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881360" cy="6606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111827"/>
                </a:solidFill>
              </a:rPr>
              <a:t>Demo 1 — Why is EMP_2417 at risk?</a:t>
            </a:r>
          </a:p>
        </p:txBody>
      </p:sp>
      <p:pic>
        <p:nvPicPr>
          <p:cNvPr id="3" name="Picture 2" descr="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895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840480" cy="512064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2440" y="1691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Talk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19456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baseline 0.32</a:t>
            </a:r>
          </a:p>
          <a:p>
            <a:r>
              <a:rPr sz="1400">
                <a:solidFill>
                  <a:srgbClr val="111827"/>
                </a:solidFill>
              </a:rPr>
              <a:t>• +0.21 short tenure (7 mo)</a:t>
            </a:r>
          </a:p>
          <a:p>
            <a:r>
              <a:rPr sz="1400">
                <a:solidFill>
                  <a:srgbClr val="111827"/>
                </a:solidFill>
              </a:rPr>
              <a:t>• +0.18 below-median salary</a:t>
            </a:r>
          </a:p>
          <a:p>
            <a:r>
              <a:rPr sz="1400">
                <a:solidFill>
                  <a:srgbClr val="111827"/>
                </a:solidFill>
              </a:rPr>
              <a:t>• +0.09 Manufacturing dept</a:t>
            </a:r>
          </a:p>
          <a:p>
            <a:r>
              <a:rPr sz="1400">
                <a:solidFill>
                  <a:srgbClr val="111827"/>
                </a:solidFill>
              </a:rPr>
              <a:t>• +0.03 new manager (4 mo)</a:t>
            </a:r>
          </a:p>
          <a:p>
            <a:r>
              <a:rPr sz="1400">
                <a:solidFill>
                  <a:srgbClr val="111827"/>
                </a:solidFill>
              </a:rPr>
              <a:t>• = 0.83 final risk</a:t>
            </a:r>
          </a:p>
          <a:p>
            <a:r>
              <a:rPr sz="1400">
                <a:solidFill>
                  <a:srgbClr val="111827"/>
                </a:solidFill>
              </a:rPr>
              <a:t>• All bars sum to (final − baseline). Always.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111827"/>
                </a:solidFill>
              </a:rPr>
              <a:t>Demo 2 — Fairness audit</a:t>
            </a:r>
          </a:p>
        </p:txBody>
      </p:sp>
      <p:pic>
        <p:nvPicPr>
          <p:cNvPr id="3" name="Picture 2" descr="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463040"/>
            <a:ext cx="3566160" cy="5029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6916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Four-fifths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21945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ratio = min/max selection rate</a:t>
            </a:r>
          </a:p>
          <a:p>
            <a:r>
              <a:rPr sz="1400">
                <a:solidFill>
                  <a:srgbClr val="111827"/>
                </a:solidFill>
              </a:rPr>
              <a:t>• ≥ 0.80 → ship</a:t>
            </a:r>
          </a:p>
          <a:p>
            <a:r>
              <a:rPr sz="1400">
                <a:solidFill>
                  <a:srgbClr val="111827"/>
                </a:solidFill>
              </a:rPr>
              <a:t>• &lt; 0.80 → pause group alerts</a:t>
            </a:r>
          </a:p>
          <a:p>
            <a:r>
              <a:rPr sz="1400">
                <a:solidFill>
                  <a:srgbClr val="111827"/>
                </a:solidFill>
              </a:rPr>
              <a:t>• audit row logged either way</a:t>
            </a:r>
          </a:p>
          <a:p>
            <a:r>
              <a:rPr sz="1400">
                <a:solidFill>
                  <a:srgbClr val="111827"/>
                </a:solidFill>
              </a:rPr>
              <a:t>• outputs/fairness_report.json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 i="0">
                <a:solidFill>
                  <a:srgbClr val="111827"/>
                </a:solidFill>
              </a:rPr>
              <a:t>Demo 3 — RAG that survives a firewall</a:t>
            </a:r>
          </a:p>
        </p:txBody>
      </p:sp>
      <p:pic>
        <p:nvPicPr>
          <p:cNvPr id="3" name="Picture 2" descr="rag-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772400" cy="476059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95360" y="1463040"/>
            <a:ext cx="3200400" cy="50292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23960" y="1691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19456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1827"/>
                </a:solidFill>
              </a:rPr>
              <a:t>• Corp firewalls block OpenAI</a:t>
            </a:r>
          </a:p>
          <a:p>
            <a:r>
              <a:rPr sz="1400">
                <a:solidFill>
                  <a:srgbClr val="111827"/>
                </a:solidFill>
              </a:rPr>
              <a:t>• Probe + per-provider FAISS dirs</a:t>
            </a:r>
          </a:p>
          <a:p>
            <a:r>
              <a:rPr sz="1400">
                <a:solidFill>
                  <a:srgbClr val="111827"/>
                </a:solidFill>
              </a:rPr>
              <a:t>• 1536-dim ↔ 256-dim never collide</a:t>
            </a:r>
          </a:p>
          <a:p>
            <a:r>
              <a:rPr sz="1400">
                <a:solidFill>
                  <a:srgbClr val="111827"/>
                </a:solidFill>
              </a:rPr>
              <a:t>• App stays up; reviewer sees provider tag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 i="0">
                <a:solidFill>
                  <a:srgbClr val="111827"/>
                </a:solidFill>
              </a:rPr>
              <a:t>Production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1">
                <a:solidFill>
                  <a:srgbClr val="64748B"/>
                </a:solidFill>
              </a:rPr>
              <a:t>What lifts this from a notebook to something you'd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657600" cy="1828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31 pytest tests across 8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657600" cy="18288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83464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GitHub Actions: ruff + pytest on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3657600" cy="18288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83464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python:3.11-slim · non-root · health probe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3657600" cy="18288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292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MkDocs Material site + ASCII mirrors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206240"/>
            <a:ext cx="3657600" cy="18288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389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0292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.env auto-load · read-only SQL allow-list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206240"/>
            <a:ext cx="3657600" cy="1828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389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 i="0">
                <a:solidFill>
                  <a:srgbClr val="111827"/>
                </a:solidFill>
              </a:rPr>
              <a:t>Ethics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0292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Model card · fairness policy · intended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111827"/>
                </a:solidFill>
              </a:rPr>
              <a:t>A subtle bias the model can't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1">
                <a:solidFill>
                  <a:srgbClr val="64748B"/>
                </a:solidFill>
              </a:rPr>
              <a:t>The model never sees employee_id — but the human reviewer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0972800" cy="420624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11827"/>
                </a:solidFill>
              </a:rPr>
              <a:t>• Verified: FEATURE_COLUMNS = [Tenure, Salary, DeptCode, MgrTenure] — no ID.</a:t>
            </a:r>
          </a:p>
          <a:p>
            <a:r>
              <a:rPr sz="1500">
                <a:solidFill>
                  <a:srgbClr val="111827"/>
                </a:solidFill>
              </a:rPr>
              <a:t>• Risk: a reviewer recognises EMP_2417 as 'Ravi' and anchors on memory.</a:t>
            </a:r>
          </a:p>
          <a:p>
            <a:r>
              <a:rPr sz="1500">
                <a:solidFill>
                  <a:srgbClr val="111827"/>
                </a:solidFill>
              </a:rPr>
              <a:t>• Mitigation: pseudonymize at the dashboard boundary.</a:t>
            </a:r>
          </a:p>
          <a:p>
            <a:r>
              <a:rPr sz="1500">
                <a:solidFill>
                  <a:srgbClr val="111827"/>
                </a:solidFill>
              </a:rPr>
              <a:t>•     review_id_map (private, access-controlled)  ↔  workforce_predictions (review_id only)</a:t>
            </a:r>
          </a:p>
          <a:p>
            <a:r>
              <a:rPr sz="1500">
                <a:solidFill>
                  <a:srgbClr val="111827"/>
                </a:solidFill>
              </a:rPr>
              <a:t>•     rotate quarterly  ·  audit every reverse-lookup  ·  no name in any table the dashboard queries.</a:t>
            </a:r>
          </a:p>
          <a:p>
            <a:r>
              <a:rPr sz="1500">
                <a:solidFill>
                  <a:srgbClr val="111827"/>
                </a:solidFill>
              </a:rPr>
              <a:t>• Status in this demo: synthetic IDs only; pattern documented in fairness-policy.md.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111827"/>
                </a:solidFill>
              </a:rPr>
              <a:t>What I'd do next (90-day plan)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097280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858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Coverage gate, image signing, GHCR push, Playwright smoke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0972800" cy="914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6858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Manager + tenure-band audit, intersectional, review_id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972800" cy="9144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Causal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6858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Replace simulated treatments with observed; DR-Learner / DML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972800" cy="9144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63440"/>
            <a:ext cx="6858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snapshot_date column → MoM drift KPI + calibration sparkline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77840"/>
            <a:ext cx="10972800" cy="9144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692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0">
                <a:solidFill>
                  <a:srgbClr val="111827"/>
                </a:solidFill>
              </a:rPr>
              <a:t>Slack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669279"/>
            <a:ext cx="6858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 i="0">
                <a:solidFill>
                  <a:srgbClr val="64748B"/>
                </a:solidFill>
              </a:rPr>
              <a:t>Reaction-loop labels feed back into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 i="0">
                <a:solidFill>
                  <a:srgbClr val="111827"/>
                </a:solidFill>
              </a:rPr>
              <a:t>Things I'm deliberately NOT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0" i="1">
                <a:solidFill>
                  <a:srgbClr val="64748B"/>
                </a:solidFill>
              </a:rPr>
              <a:t>Restraint is a feature. Each item below is a PR that would be closed.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11827"/>
                </a:solidFill>
              </a:rPr>
              <a:t>• Auto-mitigate fairness failures — mitigation is a human call, not a build-time toggle.</a:t>
            </a:r>
          </a:p>
          <a:p>
            <a:r>
              <a:rPr sz="1500">
                <a:solidFill>
                  <a:srgbClr val="111827"/>
                </a:solidFill>
              </a:rPr>
              <a:t>• MLflow / W&amp;B / experiment tracking — one model, one joblib, in git is enough.</a:t>
            </a:r>
          </a:p>
          <a:p>
            <a:r>
              <a:rPr sz="1500">
                <a:solidFill>
                  <a:srgbClr val="111827"/>
                </a:solidFill>
              </a:rPr>
              <a:t>• Airflow / Prefect — make pipeline is the pipeline.</a:t>
            </a:r>
          </a:p>
          <a:p>
            <a:r>
              <a:rPr sz="1500">
                <a:solidFill>
                  <a:srgbClr val="111827"/>
                </a:solidFill>
              </a:rPr>
              <a:t>• GraphQL API — the dashboard *is* the API.</a:t>
            </a:r>
          </a:p>
          <a:p>
            <a:r>
              <a:rPr sz="1500">
                <a:solidFill>
                  <a:srgbClr val="111827"/>
                </a:solidFill>
              </a:rPr>
              <a:t>• Mobile app — Streamlit is responsive enough.</a:t>
            </a:r>
          </a:p>
          <a:p>
            <a:r>
              <a:rPr sz="1500">
                <a:solidFill>
                  <a:srgbClr val="111827"/>
                </a:solidFill>
              </a:rPr>
              <a:t>• Self-serve CSV upload — no column provenance ⇒ privacy hazard.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 i="0">
                <a:solidFill>
                  <a:srgbClr val="111827"/>
                </a:solidFill>
              </a:rPr>
              <a:t>Built for explainability,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 i="0">
                <a:solidFill>
                  <a:srgbClr val="111827"/>
                </a:solidFill>
              </a:rPr>
              <a:t>audited for fairness,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 i="0">
                <a:solidFill>
                  <a:srgbClr val="364FC7"/>
                </a:solidFill>
              </a:rPr>
              <a:t>designed to fail gracefully.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0">
                <a:solidFill>
                  <a:srgbClr val="64748B"/>
                </a:solidFill>
              </a:rPr>
              <a:t>github.com/Dogiparthi-Sharada/AttriSense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200" b="0" i="1">
                <a:solidFill>
                  <a:srgbClr val="64748B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